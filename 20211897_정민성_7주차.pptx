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64" r:id="rId4"/>
    <p:sldId id="256" r:id="rId5"/>
    <p:sldId id="26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8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7AE65-0143-C19D-48D7-077F132D8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6EDB3E-3F82-D31A-33FC-1D6AA563F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864336-726A-8600-738E-C9187A105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1EB3-797C-4C45-9938-3869E6A6CE5C}" type="datetimeFigureOut">
              <a:rPr lang="ko-KR" altLang="en-US" smtClean="0"/>
              <a:t>2024-10-27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518E2B-9D8E-331B-BC9C-C942F474F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81FAA1-DE30-529D-9DEE-81D7483A4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AD60C-0ABB-4669-BC72-966133142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42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8E199-8F3D-F735-25D8-6357D349D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0DE83-DA6B-5BDD-C085-A69A58FD7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51100E-D7A2-CA40-3A9B-99FA673A0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1EB3-797C-4C45-9938-3869E6A6CE5C}" type="datetimeFigureOut">
              <a:rPr lang="ko-KR" altLang="en-US" smtClean="0"/>
              <a:t>2024-10-27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2CD014-698D-8775-DFCA-287AA320D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44F571-77E8-1365-5195-5C67CE917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AD60C-0ABB-4669-BC72-966133142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579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0AFB0B-7B89-443B-4701-2E20ECFDA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6DF59A-10A9-F2C0-9E26-CA2753CB2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E7B9FA-DC05-2202-A55B-76AED5B36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1EB3-797C-4C45-9938-3869E6A6CE5C}" type="datetimeFigureOut">
              <a:rPr lang="ko-KR" altLang="en-US" smtClean="0"/>
              <a:t>2024-10-27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9081C7-BB10-9895-3F7A-B45673E0E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CE391B-A7AF-F306-E36A-B8E943999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AD60C-0ABB-4669-BC72-966133142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57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CE8CD-4F18-9664-AE1E-AB79B3E46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BBA56E-967F-5485-8726-FDD9A2FD3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0DCEB2-2949-007A-FB00-03709E92A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A10CDC-358B-95D1-E97E-3A5E5B67F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1EB3-797C-4C45-9938-3869E6A6CE5C}" type="datetimeFigureOut">
              <a:rPr lang="ko-KR" altLang="en-US" smtClean="0"/>
              <a:t>2024-10-27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CF4DAB-B67E-F819-71E2-EDE685719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226E7F-5837-B8D0-0506-857D567F2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AD60C-0ABB-4669-BC72-966133142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868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B1878-AF03-EA33-553C-7E07D8515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679B62-43EE-C408-2B22-C8F553D5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5D27D4-DEAD-28AC-90E4-ADB3F776E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D4ABD0-19C7-A211-E357-5EDA09BA5A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A579AB-B137-6B7E-217E-70A99D103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5E16E9-0220-E973-F5C9-2E3B624E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1EB3-797C-4C45-9938-3869E6A6CE5C}" type="datetimeFigureOut">
              <a:rPr lang="ko-KR" altLang="en-US" smtClean="0"/>
              <a:t>2024-10-27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DD60E5-2FD7-A6CE-7769-C79FFB31C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D90343-902C-78FA-DA8C-11B719D3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AD60C-0ABB-4669-BC72-966133142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643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75BE75-C2C9-489E-91E4-EDBAFF7F2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693CD3-B3BB-030C-1187-D6A0A564A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1EB3-797C-4C45-9938-3869E6A6CE5C}" type="datetimeFigureOut">
              <a:rPr lang="ko-KR" altLang="en-US" smtClean="0"/>
              <a:t>2024-10-27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7B8DF1-B33A-6023-F07E-7F2CA4D9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2F9503-CB86-E04B-6B83-898FFCCA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AD60C-0ABB-4669-BC72-966133142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95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FB7148B-0244-C8DE-6AE8-0B637A38B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1EB3-797C-4C45-9938-3869E6A6CE5C}" type="datetimeFigureOut">
              <a:rPr lang="ko-KR" altLang="en-US" smtClean="0"/>
              <a:t>2024-10-27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339706-6E2C-9768-C1EC-35F051C4B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104ED6-286E-3AA1-B9EF-47B9E8344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AD60C-0ABB-4669-BC72-966133142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469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CBCA4-8744-8B56-9350-BF130FA3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167DFF-92FE-234C-7AB9-857A957D0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1863F5-DFD4-FBDF-F50F-D2EA93E9F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9D5C48-4564-7AA4-B06E-32D54CBAC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1EB3-797C-4C45-9938-3869E6A6CE5C}" type="datetimeFigureOut">
              <a:rPr lang="ko-KR" altLang="en-US" smtClean="0"/>
              <a:t>2024-10-27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91C9A3-C99A-51EB-95A4-A77295DC7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C09ACC-EDCB-9542-E70C-F66B4762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AD60C-0ABB-4669-BC72-966133142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783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9FF08-ABB9-748A-4965-9943CC18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214C7E-B083-FE0A-0495-9987068F36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7F1671-AD92-07EF-EA48-ABEA044E2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718671-E018-22A5-22D9-38FA7858A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1EB3-797C-4C45-9938-3869E6A6CE5C}" type="datetimeFigureOut">
              <a:rPr lang="ko-KR" altLang="en-US" smtClean="0"/>
              <a:t>2024-10-27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4CBF78-F749-07E6-F344-94E63F84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945B2C-D403-A51A-42FD-980B380A5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AD60C-0ABB-4669-BC72-966133142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633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61132-87C1-A0BF-3ACC-70D3F443B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C77FEC-62C1-9806-1720-0676980A4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F0A59-4690-6466-ACFB-EA4C4B282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1EB3-797C-4C45-9938-3869E6A6CE5C}" type="datetimeFigureOut">
              <a:rPr lang="ko-KR" altLang="en-US" smtClean="0"/>
              <a:t>2024-10-27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5C581F-BF36-C6B2-BB0C-72F7825B6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2F8632-560D-5C77-A890-399C4CE0B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AD60C-0ABB-4669-BC72-966133142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70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E63F80-106F-41AD-F101-734FBE48B0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B30178-3174-C0CA-617F-6E6872487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8BB9B5-84A6-8D5B-670C-4EC72049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1EB3-797C-4C45-9938-3869E6A6CE5C}" type="datetimeFigureOut">
              <a:rPr lang="ko-KR" altLang="en-US" smtClean="0"/>
              <a:t>2024-10-27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615F4-DFC9-8BBB-97E9-C3B17465D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8A6F8F-DFCF-E00E-E3F2-13FD1CC2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AD60C-0ABB-4669-BC72-966133142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950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B8B69F-3307-924F-5F42-7C37E799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991C1-D1D9-12B9-461B-E13F1D495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345C12-9EC4-7F32-990D-8B4284A60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21EB3-797C-4C45-9938-3869E6A6CE5C}" type="datetimeFigureOut">
              <a:rPr lang="ko-KR" altLang="en-US" smtClean="0"/>
              <a:t>2024-10-27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972024-0F8D-0556-8922-EF422CB02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6E9F68-7E4B-D171-1ADE-4A32491EB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AD60C-0ABB-4669-BC72-966133142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18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93AA4-1DDF-DA33-1BB4-CA2D5D58C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8900" y="995362"/>
            <a:ext cx="9474200" cy="2801937"/>
          </a:xfrm>
        </p:spPr>
        <p:txBody>
          <a:bodyPr/>
          <a:lstStyle/>
          <a:p>
            <a:r>
              <a:rPr lang="ko-KR" altLang="en-US" dirty="0"/>
              <a:t>알고리즘</a:t>
            </a:r>
            <a:br>
              <a:rPr lang="en-US" altLang="ko-KR" dirty="0"/>
            </a:br>
            <a:r>
              <a:rPr lang="en-US" altLang="ko-KR" dirty="0"/>
              <a:t>&lt;7 </a:t>
            </a:r>
            <a:r>
              <a:rPr lang="ko-KR" altLang="en-US" dirty="0"/>
              <a:t>주차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8CADEF-798E-C96D-0E5B-3EBA145B1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0900" y="3509963"/>
            <a:ext cx="6375400" cy="3530600"/>
          </a:xfrm>
        </p:spPr>
        <p:txBody>
          <a:bodyPr>
            <a:normAutofit fontScale="85000" lnSpcReduction="10000"/>
          </a:bodyPr>
          <a:lstStyle/>
          <a:p>
            <a:pPr marL="0" marR="0" indent="0" algn="l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/>
              <a:t>		</a:t>
            </a:r>
          </a:p>
          <a:p>
            <a:pPr marL="0" marR="0" indent="0" algn="l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				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과목명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알고리즘</a:t>
            </a:r>
            <a:endParaRPr lang="en-US" altLang="ko-KR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l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				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학과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컴퓨터공학과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lvl="8" algn="l" fontAlgn="base" latinLnBrk="0">
              <a:lnSpc>
                <a:spcPct val="160000"/>
              </a:lnSpc>
              <a:spcBef>
                <a:spcPts val="0"/>
              </a:spcBef>
            </a:pP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학번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:20211897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lvl="8" algn="l" fontAlgn="base" latinLnBrk="0">
              <a:lnSpc>
                <a:spcPct val="160000"/>
              </a:lnSpc>
              <a:spcBef>
                <a:spcPts val="0"/>
              </a:spcBef>
            </a:pP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성명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정민성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lvl="8" algn="l" fontAlgn="base" latinLnBrk="0">
              <a:lnSpc>
                <a:spcPct val="160000"/>
              </a:lnSpc>
              <a:spcBef>
                <a:spcPts val="0"/>
              </a:spcBef>
            </a:pPr>
            <a:r>
              <a:rPr lang="ko-KR" altLang="en-US" sz="2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교수명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</a:t>
            </a:r>
            <a:r>
              <a:rPr lang="ko-KR" altLang="en-US" sz="2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김태훈교수님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lvl="8" algn="l" fontAlgn="base" latinLnBrk="0">
              <a:lnSpc>
                <a:spcPct val="160000"/>
              </a:lnSpc>
              <a:spcBef>
                <a:spcPts val="0"/>
              </a:spcBef>
            </a:pP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제출일자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:2024.10.27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0249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84DBC2-531C-481A-108A-4B5CD18FD5A6}"/>
              </a:ext>
            </a:extLst>
          </p:cNvPr>
          <p:cNvSpPr txBox="1"/>
          <p:nvPr/>
        </p:nvSpPr>
        <p:spPr>
          <a:xfrm>
            <a:off x="241300" y="203200"/>
            <a:ext cx="146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</a:t>
            </a:r>
            <a:r>
              <a:rPr lang="ko-KR" altLang="en-US" dirty="0"/>
              <a:t>문제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95642F-0C55-6689-F7B1-FF9249608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858837"/>
            <a:ext cx="1152525" cy="45053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6EB5DA-31BF-731C-7306-04C2518A4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487" y="925512"/>
            <a:ext cx="1343025" cy="44386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0EC022D-1CAF-2777-D2C4-6BF290401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877887"/>
            <a:ext cx="12954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22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3E4AF0-2198-56EE-50B6-9BAA84F93049}"/>
              </a:ext>
            </a:extLst>
          </p:cNvPr>
          <p:cNvSpPr txBox="1"/>
          <p:nvPr/>
        </p:nvSpPr>
        <p:spPr>
          <a:xfrm>
            <a:off x="241300" y="203200"/>
            <a:ext cx="146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</a:t>
            </a:r>
            <a:r>
              <a:rPr lang="ko-KR" altLang="en-US" dirty="0"/>
              <a:t>문제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DD20D9-3014-2182-8B75-12CEF7141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00" y="895350"/>
            <a:ext cx="1981200" cy="13335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4ECAFC-E98A-5505-53D6-49D404529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895350"/>
            <a:ext cx="100965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3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30F4859-61D8-2586-DAF9-B997CD5757EB}"/>
              </a:ext>
            </a:extLst>
          </p:cNvPr>
          <p:cNvSpPr txBox="1"/>
          <p:nvPr/>
        </p:nvSpPr>
        <p:spPr>
          <a:xfrm>
            <a:off x="241300" y="203200"/>
            <a:ext cx="146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</a:t>
            </a:r>
            <a:r>
              <a:rPr lang="ko-KR" altLang="en-US" dirty="0"/>
              <a:t>문제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14D649-BFC3-871E-6454-B5FDBE9F4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846137"/>
            <a:ext cx="1133475" cy="24479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2D47EF4-553C-4F3F-3965-3736AC778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00" y="874712"/>
            <a:ext cx="1400175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88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C70B82-E92F-CE4B-FA48-F4D1764D4209}"/>
              </a:ext>
            </a:extLst>
          </p:cNvPr>
          <p:cNvSpPr txBox="1"/>
          <p:nvPr/>
        </p:nvSpPr>
        <p:spPr>
          <a:xfrm>
            <a:off x="330200" y="495300"/>
            <a:ext cx="11074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느낀 점</a:t>
            </a:r>
            <a:r>
              <a:rPr lang="en-US" altLang="ko-KR" dirty="0"/>
              <a:t>: </a:t>
            </a:r>
            <a:r>
              <a:rPr lang="ko-KR" altLang="en-US" dirty="0"/>
              <a:t>이번 주 실습은 </a:t>
            </a:r>
            <a:r>
              <a:rPr lang="ko-KR" altLang="en-US" dirty="0" err="1"/>
              <a:t>어렵다기</a:t>
            </a:r>
            <a:r>
              <a:rPr lang="ko-KR" altLang="en-US" dirty="0"/>
              <a:t> 보다는 전위</a:t>
            </a:r>
            <a:r>
              <a:rPr lang="en-US" altLang="ko-KR" dirty="0"/>
              <a:t>, </a:t>
            </a:r>
            <a:r>
              <a:rPr lang="ko-KR" altLang="en-US" dirty="0"/>
              <a:t>중위</a:t>
            </a:r>
            <a:r>
              <a:rPr lang="en-US" altLang="ko-KR" dirty="0"/>
              <a:t>, </a:t>
            </a:r>
            <a:r>
              <a:rPr lang="ko-KR" altLang="en-US" dirty="0"/>
              <a:t>후위 순회를 </a:t>
            </a:r>
            <a:r>
              <a:rPr lang="ko-KR" altLang="en-US" dirty="0" err="1"/>
              <a:t>만들어나가는</a:t>
            </a:r>
            <a:r>
              <a:rPr lang="ko-KR" altLang="en-US" dirty="0"/>
              <a:t> 부분이 재미있었다</a:t>
            </a:r>
            <a:r>
              <a:rPr lang="en-US" altLang="ko-KR" dirty="0"/>
              <a:t>. </a:t>
            </a:r>
            <a:r>
              <a:rPr lang="ko-KR" altLang="en-US" dirty="0"/>
              <a:t>순회</a:t>
            </a:r>
            <a:endParaRPr lang="en-US" altLang="ko-KR" dirty="0"/>
          </a:p>
          <a:p>
            <a:r>
              <a:rPr lang="en-US" altLang="ko-KR" dirty="0"/>
              <a:t>           </a:t>
            </a:r>
            <a:r>
              <a:rPr lang="ko-KR" altLang="en-US" dirty="0"/>
              <a:t>에 대한 개념이 잘 </a:t>
            </a:r>
            <a:r>
              <a:rPr lang="ko-KR" altLang="en-US" dirty="0" err="1"/>
              <a:t>잡혀있어서</a:t>
            </a:r>
            <a:r>
              <a:rPr lang="ko-KR" altLang="en-US" dirty="0"/>
              <a:t> 그런지 함수를 구현할 때 막히는 부분이 생겨도 짜증이 </a:t>
            </a:r>
            <a:r>
              <a:rPr lang="ko-KR" altLang="en-US" dirty="0" err="1"/>
              <a:t>난다기</a:t>
            </a:r>
            <a:r>
              <a:rPr lang="ko-KR" altLang="en-US" dirty="0"/>
              <a:t> 보</a:t>
            </a:r>
            <a:endParaRPr lang="en-US" altLang="ko-KR" dirty="0"/>
          </a:p>
          <a:p>
            <a:r>
              <a:rPr lang="en-US" altLang="ko-KR" dirty="0"/>
              <a:t>           </a:t>
            </a:r>
            <a:r>
              <a:rPr lang="ko-KR" altLang="en-US" dirty="0"/>
              <a:t>다 좀 더 고민을 하게 됐다</a:t>
            </a:r>
            <a:r>
              <a:rPr lang="en-US" altLang="ko-KR" dirty="0"/>
              <a:t>. </a:t>
            </a:r>
            <a:r>
              <a:rPr lang="ko-KR" altLang="en-US" dirty="0"/>
              <a:t>그 외에도 </a:t>
            </a:r>
            <a:r>
              <a:rPr lang="en-US" altLang="ko-KR" dirty="0"/>
              <a:t>DFS</a:t>
            </a:r>
            <a:r>
              <a:rPr lang="ko-KR" altLang="en-US" dirty="0"/>
              <a:t>를 구현할 때 계속 두번째 예시에서 </a:t>
            </a:r>
            <a:r>
              <a:rPr lang="en-US" altLang="ko-KR" dirty="0"/>
              <a:t>3 </a:t>
            </a:r>
            <a:r>
              <a:rPr lang="ko-KR" altLang="en-US" dirty="0"/>
              <a:t>다음 </a:t>
            </a:r>
            <a:r>
              <a:rPr lang="en-US" altLang="ko-KR" dirty="0"/>
              <a:t>4</a:t>
            </a:r>
            <a:r>
              <a:rPr lang="ko-KR" altLang="en-US" dirty="0"/>
              <a:t>를 가야 하</a:t>
            </a:r>
            <a:endParaRPr lang="en-US" altLang="ko-KR" dirty="0"/>
          </a:p>
          <a:p>
            <a:r>
              <a:rPr lang="en-US" altLang="ko-KR" dirty="0"/>
              <a:t>           </a:t>
            </a:r>
            <a:r>
              <a:rPr lang="ko-KR" altLang="en-US" dirty="0"/>
              <a:t>는데 왜 </a:t>
            </a:r>
            <a:r>
              <a:rPr lang="en-US" altLang="ko-KR" dirty="0"/>
              <a:t>2</a:t>
            </a:r>
            <a:r>
              <a:rPr lang="ko-KR" altLang="en-US" dirty="0"/>
              <a:t>로 돌아가는 결과가 나와서 막히는 부분이 있었는데 한참을 고민하다 그제서야 간선이</a:t>
            </a:r>
            <a:endParaRPr lang="en-US" altLang="ko-KR" dirty="0"/>
          </a:p>
          <a:p>
            <a:r>
              <a:rPr lang="en-US" altLang="ko-KR" dirty="0"/>
              <a:t>          </a:t>
            </a:r>
            <a:r>
              <a:rPr lang="ko-KR" altLang="en-US" dirty="0"/>
              <a:t> 양방향이라는 조건이 왜 붙어있는지 이해가 가기도 했다</a:t>
            </a:r>
            <a:r>
              <a:rPr lang="en-US" altLang="ko-KR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1992197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125</Words>
  <Application>Microsoft Office PowerPoint</Application>
  <PresentationFormat>와이드스크린</PresentationFormat>
  <Paragraphs>16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함초롬바탕</vt:lpstr>
      <vt:lpstr>Arial</vt:lpstr>
      <vt:lpstr>Office 테마</vt:lpstr>
      <vt:lpstr>알고리즘 &lt;7 주차&gt;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1101 jmss</dc:creator>
  <cp:lastModifiedBy>1101 jmss</cp:lastModifiedBy>
  <cp:revision>6</cp:revision>
  <dcterms:created xsi:type="dcterms:W3CDTF">2024-09-27T11:50:51Z</dcterms:created>
  <dcterms:modified xsi:type="dcterms:W3CDTF">2024-10-27T04:36:04Z</dcterms:modified>
</cp:coreProperties>
</file>